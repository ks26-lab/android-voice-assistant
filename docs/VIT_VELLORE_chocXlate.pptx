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EB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>
        <p:scale>
          <a:sx n="91" d="100"/>
          <a:sy n="91" d="100"/>
        </p:scale>
        <p:origin x="206" y="-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738835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- 03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chocXlate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Vellore Institute Of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echnology, Vellore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Umika Sood, umika.sood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2025@vitstudent.ac.in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Kartikay Singhal, kartikay.singhal2025@vitstudent.ac.in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https://github.com/ks26-lab/Android-voice-assistant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934662-CDC0-B7E8-3715-ACAC15D21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562"/>
            <a:ext cx="12192000" cy="4867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69CE49-30EF-CF72-31AC-75F0747345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73"/>
          <a:stretch>
            <a:fillRect/>
          </a:stretch>
        </p:blipFill>
        <p:spPr>
          <a:xfrm>
            <a:off x="446597" y="1600412"/>
            <a:ext cx="11298805" cy="48924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7BF7D5-7FF1-D67D-CBA2-F2076D7F8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472" y="1478111"/>
            <a:ext cx="11577054" cy="50147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308D69A-D768-C0D7-8AEB-F161B2CD25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162"/>
          <a:stretch>
            <a:fillRect/>
          </a:stretch>
        </p:blipFill>
        <p:spPr>
          <a:xfrm>
            <a:off x="5967018" y="387120"/>
            <a:ext cx="5513782" cy="31516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CD7CC1-869D-F86B-4DEF-432E5ED0C1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8824"/>
          <a:stretch>
            <a:fillRect/>
          </a:stretch>
        </p:blipFill>
        <p:spPr>
          <a:xfrm>
            <a:off x="-1" y="573103"/>
            <a:ext cx="5967019" cy="2673017"/>
          </a:xfrm>
          <a:prstGeom prst="rect">
            <a:avLst/>
          </a:prstGeom>
        </p:spPr>
      </p:pic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0" y="-3278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C5663DE-6791-0284-312D-C70BE15E0FF8}"/>
              </a:ext>
            </a:extLst>
          </p:cNvPr>
          <p:cNvGrpSpPr/>
          <p:nvPr/>
        </p:nvGrpSpPr>
        <p:grpSpPr>
          <a:xfrm>
            <a:off x="5967018" y="3538728"/>
            <a:ext cx="6257216" cy="3254473"/>
            <a:chOff x="1165326" y="1915356"/>
            <a:chExt cx="6901652" cy="391924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E67DF8A-0C72-DF3E-EE94-70F0A02C1C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5326" y="1915356"/>
              <a:ext cx="6901652" cy="391924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2672ED-2106-123F-ED52-A9BE36F8BAF3}"/>
                </a:ext>
              </a:extLst>
            </p:cNvPr>
            <p:cNvSpPr/>
            <p:nvPr/>
          </p:nvSpPr>
          <p:spPr>
            <a:xfrm>
              <a:off x="3657600" y="4471416"/>
              <a:ext cx="722376" cy="576072"/>
            </a:xfrm>
            <a:prstGeom prst="rect">
              <a:avLst/>
            </a:prstGeom>
            <a:solidFill>
              <a:srgbClr val="E2EB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679D98C-407E-1D6C-0E95-0D84CF38750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7803"/>
          <a:stretch>
            <a:fillRect/>
          </a:stretch>
        </p:blipFill>
        <p:spPr>
          <a:xfrm>
            <a:off x="456185" y="3514964"/>
            <a:ext cx="5390934" cy="3254473"/>
          </a:xfrm>
          <a:prstGeom prst="rect">
            <a:avLst/>
          </a:prstGeom>
        </p:spPr>
      </p:pic>
      <p:sp>
        <p:nvSpPr>
          <p:cNvPr id="12" name="Plus Sign 11">
            <a:extLst>
              <a:ext uri="{FF2B5EF4-FFF2-40B4-BE49-F238E27FC236}">
                <a16:creationId xmlns:a16="http://schemas.microsoft.com/office/drawing/2014/main" id="{55C8BBC1-FE95-A8DC-FB16-995F87387AF3}"/>
              </a:ext>
            </a:extLst>
          </p:cNvPr>
          <p:cNvSpPr/>
          <p:nvPr/>
        </p:nvSpPr>
        <p:spPr>
          <a:xfrm>
            <a:off x="-1004959" y="-417187"/>
            <a:ext cx="13943954" cy="7873201"/>
          </a:xfrm>
          <a:prstGeom prst="mathPlus">
            <a:avLst>
              <a:gd name="adj1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5C54F5-ED56-88A4-C404-FF96534E7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92" y="1553421"/>
            <a:ext cx="1867062" cy="41685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A1E27A-988A-27D0-BE37-6B99FA0BF0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044" y="1547540"/>
            <a:ext cx="1844200" cy="4168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A46558-C54E-C195-00C8-B8BEE288C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064" y="1553419"/>
            <a:ext cx="1897587" cy="41685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E856BB-A518-ACEC-EBC8-C8D9AF611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043" y="1553419"/>
            <a:ext cx="1844200" cy="4162622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89740D-9C11-BE93-7460-2E24FB46E4E2}"/>
              </a:ext>
            </a:extLst>
          </p:cNvPr>
          <p:cNvCxnSpPr/>
          <p:nvPr/>
        </p:nvCxnSpPr>
        <p:spPr>
          <a:xfrm>
            <a:off x="2402644" y="3246539"/>
            <a:ext cx="70389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C500018-6D4A-EBAC-0CED-D2E707BD2CC8}"/>
              </a:ext>
            </a:extLst>
          </p:cNvPr>
          <p:cNvCxnSpPr/>
          <p:nvPr/>
        </p:nvCxnSpPr>
        <p:spPr>
          <a:xfrm>
            <a:off x="5113686" y="3246539"/>
            <a:ext cx="70389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0252BCD-6E74-6EAA-F6F2-16CE5124B2A0}"/>
              </a:ext>
            </a:extLst>
          </p:cNvPr>
          <p:cNvCxnSpPr/>
          <p:nvPr/>
        </p:nvCxnSpPr>
        <p:spPr>
          <a:xfrm>
            <a:off x="7824728" y="3246539"/>
            <a:ext cx="703894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791348-88B3-C6BE-BB2E-11CD9C5A0E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40"/>
          <a:stretch>
            <a:fillRect/>
          </a:stretch>
        </p:blipFill>
        <p:spPr>
          <a:xfrm>
            <a:off x="443332" y="1379621"/>
            <a:ext cx="11305336" cy="53218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8121F3-A8B1-1641-2E09-BE1EE7808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33" y="1479713"/>
            <a:ext cx="11050733" cy="4776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ECA35B-9747-1855-8E03-23A58CF19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87" y="1539048"/>
            <a:ext cx="11211425" cy="5318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117745-124D-109F-2CE5-A58170960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513367"/>
            <a:ext cx="10550109" cy="49795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B6819D-DEF3-6F82-9898-E2920917D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6500"/>
            <a:ext cx="12192000" cy="4916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endParaRPr sz="280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</a:t>
            </a:r>
            <a:endParaRPr sz="280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4F060D-FBEE-A6B3-1555-7CEE4422A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45" y="1690688"/>
            <a:ext cx="11211509" cy="4486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256</Words>
  <Application>Microsoft Office PowerPoint</Application>
  <PresentationFormat>Widescreen</PresentationFormat>
  <Paragraphs>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KARTIKAY SINGHAL</cp:lastModifiedBy>
  <cp:revision>2</cp:revision>
  <dcterms:created xsi:type="dcterms:W3CDTF">2026-09-07T12:01:01Z</dcterms:created>
  <dcterms:modified xsi:type="dcterms:W3CDTF">2026-09-30T18:09:07Z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